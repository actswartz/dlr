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8263"/>
  <p:notesSz cx="5148263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12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2912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0225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cs.ansible.com/projects/ansible/latest/playbook_guide/playbooks_conditionals.html#:~:text=The%20simplest%20conditional%20statement%20applies,machines%20that%20have%20SELinux%20enabled" TargetMode="External"/><Relationship Id="rId4" Type="http://schemas.openxmlformats.org/officeDocument/2006/relationships/hyperlink" Target="https://docs.ansible.com/projects/ansible/latest/playbook_guide/playbooks_loops.html#:~:text=Loops%EF%83%81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docs.ansible.com/projects/ansible/latest/playbook_guide/playbooks_loops.html#:~:text=,repeating%20tasks%20with%20slight%20variation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ansible.com/projects/ansible/latest/playbook_guide/playbooks_loops.html#:~:text=Loops%EF%83%81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nsible.com/projects/ansible/latest/playbook_guide/playbooks_loops.html#:~:text=Repeated%20tasks%20can%20be%20written,list%20directly%20in%20the%20task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ansible.com/projects/ansible/latest/playbook_guide/playbooks_loops.html#:~:text=You%20can%20pass%20a%20list,For%20example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nsible.com/projects/ansible/latest/playbook_guide/playbooks_loops.html#:~:text=If%20you%20have%20a%20list,For%20exampl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ansible.com/projects/ansible/latest/playbook_guide/playbooks_loops.html#:~:text=,backend_db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nsible.com/projects/ansible/latest/playbook_guide/playbooks_loops.html#:~:text=The%20,your%20loops%20in%20useful%20way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ansible.com/projects/ansible/latest/playbook_guide/playbooks_loops.html#:~:text=Tracking%20progress%20through%20a%20loop,with%20index_var%20%2097" TargetMode="External"/><Relationship Id="rId5" Type="http://schemas.openxmlformats.org/officeDocument/2006/relationships/hyperlink" Target="https://docs.ansible.com/projects/ansible/latest/playbook_guide/playbooks_loops.html#:~:text=Use%20the%20,item%2C%20based%20on%20Jinja2%20expressions" TargetMode="External"/><Relationship Id="rId4" Type="http://schemas.openxmlformats.org/officeDocument/2006/relationships/hyperlink" Target="https://docs.ansible.com/projects/ansible/latest/playbook_guide/playbooks_loops.html#:~:text=Pausing%20within%20a%20loop%20,95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nsible.com/projects/ansible/latest/playbook_guide/playbooks_loops.html#:~:text=When%20you%20use%20,wil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cs.ansible.com/projects/ansible/latest/playbook_guide/playbooks_loops.html#:~:text=,echo.results" TargetMode="External"/><Relationship Id="rId4" Type="http://schemas.openxmlformats.org/officeDocument/2006/relationships/hyperlink" Target="https://docs.ansible.com/projects/ansible/latest/playbook_guide/playbooks_loops.html#:~:text=You%20can%20register%20the%20output,For%20example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nsible.com/projects/ansible/latest/playbook_guide/playbooks_loops.html#:~:text=You%20can%20use%20the%20,Here%E2%80%99s%20an%20exampl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ansible.com/projects/ansible/latest/playbook_guide/playbooks_loops.html#:~:text=You%20can%20combine%20the%20,Here%20is%20an%20example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nsible.com/projects/ansible/latest/playbook_guide/playbooks_conditionals.html#:~:text=The%20simplest%20conditional%20statement%20applies,machines%20that%20have%20SELinux%20enabled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ansible.com/projects/ansible/latest/playbook_guide/playbooks_conditionals.html#:~:text=If%20a%20fact%20or%20variable,the%20value%20as%20an%20integer" TargetMode="External"/><Relationship Id="rId5" Type="http://schemas.openxmlformats.org/officeDocument/2006/relationships/hyperlink" Target="https://docs.ansible.com/projects/ansible/latest/playbook_guide/playbooks_conditionals.html#:~:text=You%20can%20use%20logical%20operators,specify%20them%20as%20a%20list" TargetMode="External"/><Relationship Id="rId4" Type="http://schemas.openxmlformats.org/officeDocument/2006/relationships/hyperlink" Target="https://docs.ansible.com/projects/ansible/latest/playbook_guide/playbooks_conditionals.html#:~:text=tasks%3A%20,Debian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nsible.com/projects/ansible/latest/playbook_guide/playbooks_conditionals.html#:~:text=You%20create%20the%20name%20of,For%20exampl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cs.ansible.com/projects/ansible/latest/playbook_guide/playbooks_conditionals.html#:~:text=on%20hosts%20where%20a%20task,host%20when%20a%20failure%20occurs" TargetMode="External"/><Relationship Id="rId4" Type="http://schemas.openxmlformats.org/officeDocument/2006/relationships/hyperlink" Target="https://docs.ansible.com/projects/ansible/latest/playbook_guide/playbooks_conditionals.html#:~:text=The%20string%20content%20of%20a,variable%E2%80%99s%20string%20contents%20for%20emptiness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ansible.com/projects/ansible/latest/playbook_guide/playbooks_conditionals.html#:~:text=,92" TargetMode="External"/><Relationship Id="rId3" Type="http://schemas.openxmlformats.org/officeDocument/2006/relationships/image" Target="../media/image5.png"/><Relationship Id="rId7" Type="http://schemas.openxmlformats.org/officeDocument/2006/relationships/hyperlink" Target="https://docs.ansible.com/projects/ansible/latest/playbook_guide/playbooks_conditionals.html#:~:text=tasks%3A%20,when%3A%20foo%20is%20defined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ansible.com/projects/ansible/latest/playbook_guide/playbooks_conditionals.html#:~:text=You%20can%20also%20create%20conditionals,can%20define%20variables%20like%20this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nsible.com/projects/ansible/latest/playbook_guide/playbooks_conditionals.html#:~:text=If%20you%20combine%20a%20,For%20example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ansible.com/projects/ansible/latest/playbook_guide/playbooks_conditionals.html#:~:text=You%20can%20do%20the%20same,when%20looping%20over%20a%20dict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nsible.com/projects/ansible/latest/playbook_guide/playbooks_loops.html#:~:text=You%20can%20pass%20a%20list,For%20example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cs.ansible.com/projects/ansible/latest/playbook_guide/playbooks_loops.html#:~:text=When%20using%20,causing%20memory%20usage%20to%20increase" TargetMode="External"/><Relationship Id="rId4" Type="http://schemas.openxmlformats.org/officeDocument/2006/relationships/hyperlink" Target="https://docs.ansible.com/projects/ansible/latest/playbook_guide/playbooks_loops.html#:~:text=,get%20the%20same%20output%20as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cs.ansible.com/projects/ansible/latest/playbook_guide/playbooks_conditionals.html#:~:text=The%20simplest%20conditional%20statement%20applies,machines%20that%20have%20SELinux%20enabled" TargetMode="External"/><Relationship Id="rId4" Type="http://schemas.openxmlformats.org/officeDocument/2006/relationships/hyperlink" Target="https://docs.ansible.com/projects/ansible/latest/playbook_guide/playbooks_loops.html#:~:text=Loops%EF%83%8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74320"/>
            <a:ext cx="4389120" cy="457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2880" y="914400"/>
            <a:ext cx="4389120" cy="2743200"/>
          </a:xfrm>
          <a:prstGeom prst="rect">
            <a:avLst/>
          </a:prstGeom>
          <a:solidFill>
            <a:srgbClr val="F7F9FC">
              <a:alpha val="92000"/>
            </a:srgbClr>
          </a:solidFill>
          <a:ln w="12700">
            <a:solidFill>
              <a:srgbClr val="F7F9FC">
                <a:alpha val="9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365760" y="1463040"/>
            <a:ext cx="4206240" cy="10972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497D"/>
                </a:solidFill>
              </a:rPr>
              <a:t>Ansible Loops &amp; Conditionals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365760" y="2468880"/>
            <a:ext cx="420624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35C81"/>
                </a:solidFill>
              </a:rPr>
              <a:t>Efficient task repetition &amp; execution control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F1C232"/>
                </a:solidFill>
                <a:hlinkClick r:id="rId4"/>
              </a:rPr>
              <a:t>[1]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5"/>
              </a:rPr>
              <a:t>[2]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97D"/>
                </a:solidFill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92608" cy="292608"/>
          </a:xfrm>
          <a:prstGeom prst="ellipse">
            <a:avLst/>
          </a:prstGeom>
          <a:solidFill>
            <a:srgbClr val="F1C232"/>
          </a:solidFill>
          <a:ln w="12700">
            <a:solidFill>
              <a:srgbClr val="F1C2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97D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024128"/>
            <a:ext cx="7863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Loops fundamentals &amp; comparison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292608" cy="292608"/>
          </a:xfrm>
          <a:prstGeom prst="ellipse">
            <a:avLst/>
          </a:prstGeom>
          <a:solidFill>
            <a:srgbClr val="F1C232"/>
          </a:solidFill>
          <a:ln w="12700">
            <a:solidFill>
              <a:srgbClr val="F1C2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97D"/>
                </a:solidFill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408176"/>
            <a:ext cx="7863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Iterating over lists, hashes &amp; dicts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773936"/>
            <a:ext cx="292608" cy="292608"/>
          </a:xfrm>
          <a:prstGeom prst="ellipse">
            <a:avLst/>
          </a:prstGeom>
          <a:solidFill>
            <a:srgbClr val="F1C232"/>
          </a:solidFill>
          <a:ln w="12700">
            <a:solidFill>
              <a:srgbClr val="F1C2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97D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1792224"/>
            <a:ext cx="7863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Loop control features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157984"/>
            <a:ext cx="292608" cy="292608"/>
          </a:xfrm>
          <a:prstGeom prst="ellipse">
            <a:avLst/>
          </a:prstGeom>
          <a:solidFill>
            <a:srgbClr val="F1C232"/>
          </a:solidFill>
          <a:ln w="12700">
            <a:solidFill>
              <a:srgbClr val="F1C2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57200" y="2157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97D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176272"/>
            <a:ext cx="7863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Retries &amp; until loops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2542032"/>
            <a:ext cx="292608" cy="292608"/>
          </a:xfrm>
          <a:prstGeom prst="ellipse">
            <a:avLst/>
          </a:prstGeom>
          <a:solidFill>
            <a:srgbClr val="F1C232"/>
          </a:solidFill>
          <a:ln w="12700">
            <a:solidFill>
              <a:srgbClr val="F1C2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7200" y="2542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97D"/>
                </a:solidFill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2560320"/>
            <a:ext cx="7863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Registering results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292608" cy="292608"/>
          </a:xfrm>
          <a:prstGeom prst="ellipse">
            <a:avLst/>
          </a:prstGeom>
          <a:solidFill>
            <a:srgbClr val="F1C232"/>
          </a:solidFill>
          <a:ln w="12700">
            <a:solidFill>
              <a:srgbClr val="F1C2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57200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97D"/>
                </a:solidFill>
              </a:rPr>
              <a:t>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2944368"/>
            <a:ext cx="7863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Basics of conditionals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3310128"/>
            <a:ext cx="292608" cy="292608"/>
          </a:xfrm>
          <a:prstGeom prst="ellipse">
            <a:avLst/>
          </a:prstGeom>
          <a:solidFill>
            <a:srgbClr val="F1C232"/>
          </a:solidFill>
          <a:ln w="12700">
            <a:solidFill>
              <a:srgbClr val="F1C2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57200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97D"/>
                </a:solidFill>
              </a:rPr>
              <a:t>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3328416"/>
            <a:ext cx="7863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Registered variables &amp; facts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3694176"/>
            <a:ext cx="292608" cy="292608"/>
          </a:xfrm>
          <a:prstGeom prst="ellipse">
            <a:avLst/>
          </a:prstGeom>
          <a:solidFill>
            <a:srgbClr val="F1C232"/>
          </a:solidFill>
          <a:ln w="12700">
            <a:solidFill>
              <a:srgbClr val="F1C2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57200" y="3694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97D"/>
                </a:solidFill>
              </a:rPr>
              <a:t>8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3712464"/>
            <a:ext cx="7863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Combining loops &amp; conditionals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7200" y="4078224"/>
            <a:ext cx="292608" cy="292608"/>
          </a:xfrm>
          <a:prstGeom prst="ellipse">
            <a:avLst/>
          </a:prstGeom>
          <a:solidFill>
            <a:srgbClr val="F1C232"/>
          </a:solidFill>
          <a:ln w="12700">
            <a:solidFill>
              <a:srgbClr val="F1C2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57200" y="4078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97D"/>
                </a:solidFill>
              </a:rPr>
              <a:t>9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4096512"/>
            <a:ext cx="7863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Reuse with imports &amp; includes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7200" y="4462272"/>
            <a:ext cx="292608" cy="292608"/>
          </a:xfrm>
          <a:prstGeom prst="ellipse">
            <a:avLst/>
          </a:prstGeom>
          <a:solidFill>
            <a:srgbClr val="F1C232"/>
          </a:solidFill>
          <a:ln w="12700">
            <a:solidFill>
              <a:srgbClr val="F1C2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57200" y="4462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97D"/>
                </a:solidFill>
              </a:rPr>
              <a:t>10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" y="4480560"/>
            <a:ext cx="7863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Best practices &amp; takeaways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97D"/>
                </a:solidFill>
              </a:rPr>
              <a:t>Loops Fundamentals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44444"/>
                </a:solidFill>
              </a:rPr>
              <a:t>Ansible offers multiple ways to repeat tasks: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 `loop` keyword (Ansible 2.5+) is the recommended mechanism for most iterations.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 `with_*` (lookup based) remains valid but cannot be used together with `loop`.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 `until` performs retries until a condition is met, acting like a while loop.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i="1" dirty="0">
                <a:solidFill>
                  <a:srgbClr val="444444"/>
                </a:solidFill>
              </a:rPr>
              <a:t>Loops run once per item in a list; until will rerun the same task until success or a retry limit.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887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0" y="1188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97D"/>
                </a:solidFill>
              </a:rPr>
              <a:t>loop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for each item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73736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35040" y="1737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97D"/>
                </a:solidFill>
              </a:rPr>
              <a:t>with_*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lookup based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2286000"/>
            <a:ext cx="457200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035040" y="2286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97D"/>
                </a:solidFill>
              </a:rPr>
              <a:t>until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retry until true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F1C232"/>
                </a:solidFill>
                <a:hlinkClick r:id="rId6"/>
              </a:rPr>
              <a:t>[3]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7"/>
              </a:rPr>
              <a:t>[4]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97D"/>
                </a:solidFill>
              </a:rPr>
              <a:t>Iterating Over Simple Lists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Use `loop` to process each element of a list.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Define the list inline or via a variable (e.g. `{{ users }}`).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Some modules (like yum, apt) accept lists directly; avoid loops when supported.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92040" y="1051560"/>
            <a:ext cx="3931920" cy="1920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Add several users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ansible.builtin.user: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"{{ item }}"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state: present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groups: wheel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alice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bob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charlie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97D"/>
                </a:solidFill>
              </a:rPr>
              <a:t>Tip:</a:t>
            </a:r>
            <a:r>
              <a:rPr lang="en-US" sz="1200" dirty="0">
                <a:solidFill>
                  <a:srgbClr val="444444"/>
                </a:solidFill>
              </a:rPr>
              <a:t> where supported, pass a list directly to a module for performance.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F1C232"/>
                </a:solidFill>
                <a:hlinkClick r:id="rId3"/>
              </a:rPr>
              <a:t>[5]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4"/>
              </a:rPr>
              <a:t>[6]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97D"/>
                </a:solidFill>
              </a:rPr>
              <a:t>Complex Data Structures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5C81"/>
                </a:solidFill>
              </a:rPr>
              <a:t>List of hashes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508759"/>
            <a:ext cx="4023360" cy="301863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Add users from a list of maps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ansible.builtin.user: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"{{ item.name }}"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groups: 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"{{ item.groups }}"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state: present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{ name: 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'alice'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groups: 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'wheel'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{ name: 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'bob'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groups: 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200" dirty="0" err="1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5C81"/>
                </a:solidFill>
              </a:rPr>
              <a:t>Dictionary via dict2items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00600" y="1508760"/>
            <a:ext cx="402336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Print server config entries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ansible.builtin.debug: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msg: 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"{{ item.key }}: {{ item.value.ip }} {{ item.value.role }}"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loop: 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"{{ servers | dict2items }}"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web01: { ip: 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'10.1.1.50'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role: 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'frontend'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db01:  { ip: 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'10.1.1.100'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role: 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'backend'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F1C232"/>
                </a:solidFill>
                <a:hlinkClick r:id="rId3"/>
              </a:rPr>
              <a:t>[7]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4"/>
              </a:rPr>
              <a:t>[8]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97D"/>
                </a:solidFill>
              </a:rPr>
              <a:t>Loop Control &amp; Advanced Options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497D"/>
                          </a:solidFill>
                        </a:rPr>
                        <a:t>Directive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497D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497D"/>
                          </a:solidFill>
                        </a:rPr>
                        <a:t>Example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497D"/>
                          </a:solidFill>
                        </a:rPr>
                        <a:t>label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Limit output to a descriptive field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label: "{{ item.name }}"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497D"/>
                          </a:solidFill>
                        </a:rPr>
                        <a:t>pause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Delay between items (seconds)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pause: 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497D"/>
                          </a:solidFill>
                        </a:rPr>
                        <a:t>break_when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Exit loop early based on condition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break_when: item &gt; 100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497D"/>
                          </a:solidFill>
                        </a:rPr>
                        <a:t>index_var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Expose loop index to a variable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index_var: idx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497D"/>
                          </a:solidFill>
                        </a:rPr>
                        <a:t>extended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Provide ansible_loop.* metadata (first/last etc.)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extended: true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Use loop_control to manage output, pacing and termination. index_var and extended provide extra metadata for complex logic.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F1C232"/>
                </a:solidFill>
                <a:hlinkClick r:id="rId3"/>
              </a:rPr>
              <a:t>[9]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4"/>
              </a:rPr>
              <a:t>[10]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5"/>
              </a:rPr>
              <a:t>[11]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6"/>
              </a:rPr>
              <a:t>[12]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97D"/>
                </a:solidFill>
              </a:rPr>
              <a:t>Registering Loop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44444"/>
                </a:solidFill>
              </a:rPr>
              <a:t>When you register the output of a loop: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The variable contains a list of per‑item results (results).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The overall changed/failed/skipped flags reflect the aggregate state.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Iterate over {{ var.results }} to inspect each result (e.g. rc).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08418" y="701689"/>
            <a:ext cx="4023360" cy="37448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Run commands and collect results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ansible.builtin.shell: echo {{ item }}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loop: [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'one'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'two'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register: echo
- name: Check each result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ansible.builtin.debug: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msg: 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"{{ item.item }} returned {{ item.rc }}"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when: item.rc != 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loop: 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"{{ echo.results }}"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F1C232"/>
                </a:solidFill>
                <a:hlinkClick r:id="rId3"/>
              </a:rPr>
              <a:t>[13]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4"/>
              </a:rPr>
              <a:t>[14]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5"/>
              </a:rPr>
              <a:t>[15]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937760" y="27623"/>
            <a:ext cx="4114800" cy="4968326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ext 0"/>
          <p:cNvSpPr/>
          <p:nvPr/>
        </p:nvSpPr>
        <p:spPr>
          <a:xfrm>
            <a:off x="457200" y="365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97D"/>
                </a:solidFill>
              </a:rPr>
              <a:t>Retries &amp; Until Loops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389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44444"/>
                </a:solidFill>
              </a:rPr>
              <a:t>Use `until` for retrying tasks until a condition is met.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Provide an expression for success in the `until` clause (implicit Jinja2).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Use `retries` and `delay` to control the number of attempts and wait time.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The registered variable records the number of attempts in `attempts`.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983480" y="1142999"/>
            <a:ext cx="4023360" cy="363950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Retry until service is up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ansible.builtin.uri: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url: https://{{ item }}.example.com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method: GET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register: result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until: result.status == 200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retries: </a:t>
            </a:r>
            <a:r>
              <a:rPr lang="en-US" sz="12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delay: </a:t>
            </a:r>
            <a:r>
              <a:rPr lang="en-US" sz="12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loop: [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'api'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'docs'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F1C232"/>
                </a:solidFill>
                <a:hlinkClick r:id="rId3"/>
              </a:rPr>
              <a:t>[16]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4"/>
              </a:rPr>
              <a:t>[17]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97D"/>
                </a:solidFill>
              </a:rPr>
              <a:t>Basics of Conditionals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44444"/>
                </a:solidFill>
              </a:rPr>
              <a:t>The `when` clause controls whether a task runs.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Write raw Jinja2 expressions without braces.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Use facts (`ansible_facts`) to target OS families or versions.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Combine multiple conditions with `and`/`or` or list syntax.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Cast strings to integers for numeric comparisons (e.g. `| int`).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12080" y="1097280"/>
            <a:ext cx="3840480" cy="2377440"/>
          </a:xfrm>
          <a:prstGeom prst="roundRect">
            <a:avLst>
              <a:gd name="adj" fmla="val 1923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896196" y="149629"/>
            <a:ext cx="4110644" cy="491282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Configure SELinux for MySQL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ansible.posix.seboolean: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mysql_connect_any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state: </a:t>
            </a:r>
            <a:r>
              <a:rPr lang="en-US" sz="12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persistent: </a:t>
            </a:r>
            <a:r>
              <a:rPr lang="en-US" sz="12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when: ansible_selinux.status == 'enabled'
- name: Shutdown Debian hosts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ansible.builtin.command: /sbin/shutdown -t now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ansible_facts[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'os_family'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== 'Debian'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ansible_facts[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'lsb_major_release'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| int &lt;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F1C232"/>
                </a:solidFill>
                <a:hlinkClick r:id="rId3"/>
              </a:rPr>
              <a:t>[18]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4"/>
              </a:rPr>
              <a:t>[19]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5"/>
              </a:rPr>
              <a:t>[20]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6"/>
              </a:rPr>
              <a:t>[21]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97D"/>
                </a:solidFill>
              </a:rPr>
              <a:t>Conditionals with Registered Variables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389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44444"/>
                </a:solidFill>
              </a:rPr>
              <a:t>You can make decisions based on earlier task output.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Register task output using the `register` keyword.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Access the result via `.stdout`, `.stdout_lines` or split the string.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Check for success/failure/skipped on registered variables (e.g. `result is failed`).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56811" y="246567"/>
            <a:ext cx="4023360" cy="465512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List home directories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ansible.builtin.command: ls /home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register: home_dirs
- name: Process home dirs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ansible.builtin.file: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path: /mnt/bkspool/{{ item }}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src: /home/{{ item }}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state: link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loop: 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"{{ home_dirs.stdout_lines }}"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- name: Warn if directory is empty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ansible.builtin.debug: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msg: 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'Home directory is empty'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when: home_dirs.stdout == ''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F1C232"/>
                </a:solidFill>
                <a:hlinkClick r:id="rId3"/>
              </a:rPr>
              <a:t>[22]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4"/>
              </a:rPr>
              <a:t>[23]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5"/>
              </a:rPr>
              <a:t>[24]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97D"/>
                </a:solidFill>
              </a:rPr>
              <a:t>Variables, Facts &amp; Includes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Cast non‑boolean variables to boolean using `| bool` before comparing.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Check for defined/undefined variables with Jinja tests; fail early if required.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When applying conditions to imports, Ansible clones the condition to every task; use includes to apply the condition only once.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18872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72200" y="12070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97D"/>
                </a:solidFill>
              </a:rPr>
              <a:t>Cast to bool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example: yes|bool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73736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72200" y="175564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97D"/>
                </a:solidFill>
              </a:rPr>
              <a:t>Defined / undefined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foo is defined?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2286000"/>
            <a:ext cx="411480" cy="411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72200" y="230428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97D"/>
                </a:solidFill>
              </a:rPr>
              <a:t>Import vs Include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import: condition clones; include: condition scoped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F1C232"/>
                </a:solidFill>
                <a:hlinkClick r:id="rId6"/>
              </a:rPr>
              <a:t>[25]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7"/>
              </a:rPr>
              <a:t>[26]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8"/>
              </a:rPr>
              <a:t>[27]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97D"/>
                </a:solidFill>
              </a:rPr>
              <a:t>Loops with Conditionals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A `when` inside a loop evaluates for each item individually.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Use `default([])` to skip the entire task when the loop variable is undefined.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You can perform similar logic when iterating over dictionaries using `dict2items`.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983480" y="216131"/>
            <a:ext cx="4023360" cy="285126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Echo numbers greater than 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ansible.builtin.command: echo {{ item }}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loop: [</a:t>
            </a:r>
            <a:r>
              <a:rPr lang="en-US" sz="12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when: item &gt; 5
- name: Safe looping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ansible.builtin.debug: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msg: 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'value is {{ item }}'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loop: 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"{{ mylist | default([]) }}"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when: item is defined and item | int &gt;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F1C232"/>
                </a:solidFill>
                <a:hlinkClick r:id="rId3"/>
              </a:rPr>
              <a:t>[28]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4"/>
              </a:rPr>
              <a:t>[29]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97D"/>
                </a:solidFill>
              </a:rPr>
              <a:t>Best Practices &amp; Pitfalls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97D"/>
                </a:solidFill>
              </a:rPr>
              <a:t>Guidelines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94310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Prefer built‑in list parameters over loops when available.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Keep loops simple; flatten nested lists for predictability.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Use `loop_control.extended_allitems: false` to reduce memory usage on large loops.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Protect sensitive data with `no_log: true` when looping.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97D"/>
                </a:solidFill>
              </a:rPr>
              <a:t>Pitfalls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194310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Avoid mixing `loop` with `with_*` (mutually exclusive).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Ensure numeric comparisons cast strings; failing to cast can skip tasks unintentionally.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Don’t forget to use the `default` filter to handle undefined lists or dictionaries.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Registering large loops consumes memory; avoid extended metadata unless needed.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F1C232"/>
                </a:solidFill>
                <a:hlinkClick r:id="rId3"/>
              </a:rPr>
              <a:t>[30]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4"/>
              </a:rPr>
              <a:t>[31]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5"/>
              </a:rPr>
              <a:t>[32]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97D"/>
                </a:solidFill>
              </a:rPr>
              <a:t>Conclusion &amp; 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Loops simplify repetition – choose the right structure for your data.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Conditionals let you make decisions based on facts, variables and task results.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Advanced controls (label, pause, break_when, index_var) give you fine‑grained management of loops.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Combine loops and conditionals thoughtfully to craft clean, idempotent playbooks.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63931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35C81"/>
                </a:solidFill>
              </a:rPr>
              <a:t>Read more in the Ansible docs and experiment with these features in your own playbooks!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F1C232"/>
                </a:solidFill>
                <a:hlinkClick r:id="rId4"/>
              </a:rPr>
              <a:t>[33]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5"/>
              </a:rPr>
              <a:t>[34]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1636</Words>
  <Application>Microsoft Macintosh PowerPoint</Application>
  <PresentationFormat>Custom</PresentationFormat>
  <Paragraphs>298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John Swartz</cp:lastModifiedBy>
  <cp:revision>2</cp:revision>
  <dcterms:created xsi:type="dcterms:W3CDTF">2025-12-11T17:04:58Z</dcterms:created>
  <dcterms:modified xsi:type="dcterms:W3CDTF">2025-12-11T17:48:45Z</dcterms:modified>
</cp:coreProperties>
</file>